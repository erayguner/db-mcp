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18293F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554480"/>
            <a:ext cx="3840480" cy="3840480"/>
          </a:xfrm>
          <a:prstGeom prst="ellipse">
            <a:avLst/>
          </a:prstGeom>
          <a:solidFill>
            <a:srgbClr val="13243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EXECUTIVE COMMITTEE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MCP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Trusted Analytical Data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the public sector’s AI-ready source of data and insight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5303520"/>
            <a:ext cx="585216" cy="58521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5473233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26464" y="5349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Strategic proposal for ONS   ·   OFFICIAL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ect">
            <a:avLst/>
          </a:prstGeom>
          <a:solidFill>
            <a:srgbClr val="18293F"/>
          </a:solidFill>
          <a:ln/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DC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DC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2 — Midnight Executive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