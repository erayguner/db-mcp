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22860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era,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4805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COMMITTEE  ·  JUNE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3984" y="1554480"/>
            <a:ext cx="7406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MCP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for Trusted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Data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4480560" y="4572000"/>
            <a:ext cx="50292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4800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the public sector’s AI-ready source of data and insight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oundRect">
            <a:avLst>
              <a:gd name="adj" fmla="val 1282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3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1D4ED8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4 — Bold Editorial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